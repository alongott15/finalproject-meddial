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303"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06" d="100"/>
          <a:sy n="106" d="100"/>
        </p:scale>
        <p:origin x="678" y="150"/>
      </p:cViewPr>
      <p:guideLst/>
    </p:cSldViewPr>
  </p:slideViewPr>
  <p:notesTextViewPr>
    <p:cViewPr>
      <p:scale>
        <a:sx n="1" d="1"/>
        <a:sy n="1" d="1"/>
      </p:scale>
      <p:origin x="0" y="0"/>
    </p:cViewPr>
  </p:notesTextViewPr>
  <p:gridSpacing cx="72008" cy="72008"/>
</p:viewPr>
</file>

<file path=ppt/_rels/presentation.xml.rels><?xml version="1.0" encoding="UTF-8"?><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122363"/>
            <a:ext cx="10363200" cy="2387600"/>
          </a:xfrm>
        </p:spPr>
        <p:txBody>
          <a:bodyPr anchor="b"/>
          <a:lstStyle>
            <a:lvl1pPr algn="ctr">
              <a:defRPr sz="6000"/>
            </a:lvl1pPr>
          </a:lstStyle>
          <a:p>
            <a:r>
              <a:rPr lang="he-IL"/>
              <a:t>לחץ כדי לערוך סגנון כותרת של תבנית בסיס</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170" indent="0" algn="ctr">
              <a:buNone/>
              <a:defRPr sz="2000"/>
            </a:lvl2pPr>
            <a:lvl3pPr marL="914340" indent="0" algn="ctr">
              <a:buNone/>
              <a:defRPr sz="1800"/>
            </a:lvl3pPr>
            <a:lvl4pPr marL="1371510" indent="0" algn="ctr">
              <a:buNone/>
              <a:defRPr sz="1600"/>
            </a:lvl4pPr>
            <a:lvl5pPr marL="1828680" indent="0" algn="ctr">
              <a:buNone/>
              <a:defRPr sz="1600"/>
            </a:lvl5pPr>
            <a:lvl6pPr marL="2285850" indent="0" algn="ctr">
              <a:buNone/>
              <a:defRPr sz="1600"/>
            </a:lvl6pPr>
            <a:lvl7pPr marL="2743019" indent="0" algn="ctr">
              <a:buNone/>
              <a:defRPr sz="1600"/>
            </a:lvl7pPr>
            <a:lvl8pPr marL="3200189" indent="0" algn="ctr">
              <a:buNone/>
              <a:defRPr sz="1600"/>
            </a:lvl8pPr>
            <a:lvl9pPr marL="3657359" indent="0" algn="ctr">
              <a:buNone/>
              <a:defRPr sz="1600"/>
            </a:lvl9pPr>
          </a:lstStyle>
          <a:p>
            <a:r>
              <a:rPr lang="he-IL"/>
              <a:t>לחץ כדי לערוך סגנון כותרת משנה של תבנית בסיס</a:t>
            </a:r>
            <a:endParaRPr lang="en-US" dirty="0"/>
          </a:p>
        </p:txBody>
      </p:sp>
      <p:sp>
        <p:nvSpPr>
          <p:cNvPr id="4" name="Date Placeholder 3"/>
          <p:cNvSpPr>
            <a:spLocks noGrp="1"/>
          </p:cNvSpPr>
          <p:nvPr>
            <p:ph type="dt" sz="half" idx="10"/>
          </p:nvPr>
        </p:nvSpPr>
        <p:spPr/>
        <p:txBody>
          <a:bodyPr/>
          <a:lstStyle/>
          <a:p>
            <a:fld id="{D1938E48-F708-4DD5-A3C4-8D7851AB3431}" type="datetimeFigureOut">
              <a:rPr lang="he-IL" smtClean="0"/>
              <a:t>כ"ב/אדר/תשפ"ג</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454F0D2A-E218-47E0-A883-B788501C2BBC}" type="slidenum">
              <a:rPr lang="he-IL" smtClean="0"/>
              <a:t>‹#›</a:t>
            </a:fld>
            <a:endParaRPr lang="he-IL"/>
          </a:p>
        </p:txBody>
      </p:sp>
    </p:spTree>
    <p:extLst>
      <p:ext uri="{BB962C8B-B14F-4D97-AF65-F5344CB8AC3E}">
        <p14:creationId xmlns:p14="http://schemas.microsoft.com/office/powerpoint/2010/main" val="14520072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Content Placeholder 2"/>
          <p:cNvSpPr>
            <a:spLocks noGrp="1"/>
          </p:cNvSpPr>
          <p:nvPr>
            <p:ph idx="1"/>
          </p:nvPr>
        </p:nvSpPr>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10"/>
          </p:nvPr>
        </p:nvSpPr>
        <p:spPr/>
        <p:txBody>
          <a:bodyPr/>
          <a:lstStyle/>
          <a:p>
            <a:fld id="{D1938E48-F708-4DD5-A3C4-8D7851AB3431}" type="datetimeFigureOut">
              <a:rPr lang="he-IL" smtClean="0"/>
              <a:t>כ"ב/אדר/תשפ"ג</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454F0D2A-E218-47E0-A883-B788501C2BBC}" type="slidenum">
              <a:rPr lang="he-IL" smtClean="0"/>
              <a:t>‹#›</a:t>
            </a:fld>
            <a:endParaRPr lang="he-IL"/>
          </a:p>
        </p:txBody>
      </p:sp>
    </p:spTree>
    <p:extLst>
      <p:ext uri="{BB962C8B-B14F-4D97-AF65-F5344CB8AC3E}">
        <p14:creationId xmlns:p14="http://schemas.microsoft.com/office/powerpoint/2010/main" val="2188891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9"/>
            <a:ext cx="10515600" cy="2852737"/>
          </a:xfrm>
        </p:spPr>
        <p:txBody>
          <a:bodyPr anchor="b"/>
          <a:lstStyle>
            <a:lvl1pPr>
              <a:defRPr sz="6000"/>
            </a:lvl1p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solidFill>
              </a:defRPr>
            </a:lvl1pPr>
            <a:lvl2pPr marL="457170" indent="0">
              <a:buNone/>
              <a:defRPr sz="2000">
                <a:solidFill>
                  <a:schemeClr val="tx1">
                    <a:tint val="75000"/>
                  </a:schemeClr>
                </a:solidFill>
              </a:defRPr>
            </a:lvl2pPr>
            <a:lvl3pPr marL="914340" indent="0">
              <a:buNone/>
              <a:defRPr sz="1800">
                <a:solidFill>
                  <a:schemeClr val="tx1">
                    <a:tint val="75000"/>
                  </a:schemeClr>
                </a:solidFill>
              </a:defRPr>
            </a:lvl3pPr>
            <a:lvl4pPr marL="1371510" indent="0">
              <a:buNone/>
              <a:defRPr sz="1600">
                <a:solidFill>
                  <a:schemeClr val="tx1">
                    <a:tint val="75000"/>
                  </a:schemeClr>
                </a:solidFill>
              </a:defRPr>
            </a:lvl4pPr>
            <a:lvl5pPr marL="1828680" indent="0">
              <a:buNone/>
              <a:defRPr sz="1600">
                <a:solidFill>
                  <a:schemeClr val="tx1">
                    <a:tint val="75000"/>
                  </a:schemeClr>
                </a:solidFill>
              </a:defRPr>
            </a:lvl5pPr>
            <a:lvl6pPr marL="2285850" indent="0">
              <a:buNone/>
              <a:defRPr sz="1600">
                <a:solidFill>
                  <a:schemeClr val="tx1">
                    <a:tint val="75000"/>
                  </a:schemeClr>
                </a:solidFill>
              </a:defRPr>
            </a:lvl6pPr>
            <a:lvl7pPr marL="2743019" indent="0">
              <a:buNone/>
              <a:defRPr sz="1600">
                <a:solidFill>
                  <a:schemeClr val="tx1">
                    <a:tint val="75000"/>
                  </a:schemeClr>
                </a:solidFill>
              </a:defRPr>
            </a:lvl7pPr>
            <a:lvl8pPr marL="3200189" indent="0">
              <a:buNone/>
              <a:defRPr sz="1600">
                <a:solidFill>
                  <a:schemeClr val="tx1">
                    <a:tint val="75000"/>
                  </a:schemeClr>
                </a:solidFill>
              </a:defRPr>
            </a:lvl8pPr>
            <a:lvl9pPr marL="3657359" indent="0">
              <a:buNone/>
              <a:defRPr sz="1600">
                <a:solidFill>
                  <a:schemeClr val="tx1">
                    <a:tint val="75000"/>
                  </a:schemeClr>
                </a:solidFill>
              </a:defRPr>
            </a:lvl9pPr>
          </a:lstStyle>
          <a:p>
            <a:pPr lvl="0"/>
            <a:r>
              <a:rPr lang="he-IL"/>
              <a:t>לחץ כדי לערוך סגנונות טקסט של תבנית בסיס</a:t>
            </a:r>
          </a:p>
        </p:txBody>
      </p:sp>
      <p:sp>
        <p:nvSpPr>
          <p:cNvPr id="4" name="Date Placeholder 3"/>
          <p:cNvSpPr>
            <a:spLocks noGrp="1"/>
          </p:cNvSpPr>
          <p:nvPr>
            <p:ph type="dt" sz="half" idx="10"/>
          </p:nvPr>
        </p:nvSpPr>
        <p:spPr/>
        <p:txBody>
          <a:bodyPr/>
          <a:lstStyle/>
          <a:p>
            <a:fld id="{D1938E48-F708-4DD5-A3C4-8D7851AB3431}" type="datetimeFigureOut">
              <a:rPr lang="he-IL" smtClean="0"/>
              <a:t>כ"ב/אדר/תשפ"ג</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454F0D2A-E218-47E0-A883-B788501C2BBC}" type="slidenum">
              <a:rPr lang="he-IL" smtClean="0"/>
              <a:t>‹#›</a:t>
            </a:fld>
            <a:endParaRPr lang="he-IL"/>
          </a:p>
        </p:txBody>
      </p:sp>
    </p:spTree>
    <p:extLst>
      <p:ext uri="{BB962C8B-B14F-4D97-AF65-F5344CB8AC3E}">
        <p14:creationId xmlns:p14="http://schemas.microsoft.com/office/powerpoint/2010/main" val="29713544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5" name="Date Placeholder 4"/>
          <p:cNvSpPr>
            <a:spLocks noGrp="1"/>
          </p:cNvSpPr>
          <p:nvPr>
            <p:ph type="dt" sz="half" idx="10"/>
          </p:nvPr>
        </p:nvSpPr>
        <p:spPr/>
        <p:txBody>
          <a:bodyPr/>
          <a:lstStyle/>
          <a:p>
            <a:fld id="{D1938E48-F708-4DD5-A3C4-8D7851AB3431}" type="datetimeFigureOut">
              <a:rPr lang="he-IL" smtClean="0"/>
              <a:t>כ"ב/אדר/תשפ"ג</a:t>
            </a:fld>
            <a:endParaRPr lang="he-IL"/>
          </a:p>
        </p:txBody>
      </p:sp>
      <p:sp>
        <p:nvSpPr>
          <p:cNvPr id="6" name="Footer Placeholder 5"/>
          <p:cNvSpPr>
            <a:spLocks noGrp="1"/>
          </p:cNvSpPr>
          <p:nvPr>
            <p:ph type="ftr" sz="quarter" idx="11"/>
          </p:nvPr>
        </p:nvSpPr>
        <p:spPr/>
        <p:txBody>
          <a:bodyPr/>
          <a:lstStyle/>
          <a:p>
            <a:endParaRPr lang="he-IL"/>
          </a:p>
        </p:txBody>
      </p:sp>
      <p:sp>
        <p:nvSpPr>
          <p:cNvPr id="7" name="Slide Number Placeholder 6"/>
          <p:cNvSpPr>
            <a:spLocks noGrp="1"/>
          </p:cNvSpPr>
          <p:nvPr>
            <p:ph type="sldNum" sz="quarter" idx="12"/>
          </p:nvPr>
        </p:nvSpPr>
        <p:spPr/>
        <p:txBody>
          <a:bodyPr/>
          <a:lstStyle/>
          <a:p>
            <a:fld id="{454F0D2A-E218-47E0-A883-B788501C2BBC}" type="slidenum">
              <a:rPr lang="he-IL" smtClean="0"/>
              <a:t>‹#›</a:t>
            </a:fld>
            <a:endParaRPr lang="he-IL"/>
          </a:p>
        </p:txBody>
      </p:sp>
    </p:spTree>
    <p:extLst>
      <p:ext uri="{BB962C8B-B14F-4D97-AF65-F5344CB8AC3E}">
        <p14:creationId xmlns:p14="http://schemas.microsoft.com/office/powerpoint/2010/main" val="34148580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170" indent="0">
              <a:buNone/>
              <a:defRPr sz="2000" b="1"/>
            </a:lvl2pPr>
            <a:lvl3pPr marL="914340" indent="0">
              <a:buNone/>
              <a:defRPr sz="1800" b="1"/>
            </a:lvl3pPr>
            <a:lvl4pPr marL="1371510" indent="0">
              <a:buNone/>
              <a:defRPr sz="1600" b="1"/>
            </a:lvl4pPr>
            <a:lvl5pPr marL="1828680" indent="0">
              <a:buNone/>
              <a:defRPr sz="1600" b="1"/>
            </a:lvl5pPr>
            <a:lvl6pPr marL="2285850" indent="0">
              <a:buNone/>
              <a:defRPr sz="1600" b="1"/>
            </a:lvl6pPr>
            <a:lvl7pPr marL="2743019" indent="0">
              <a:buNone/>
              <a:defRPr sz="1600" b="1"/>
            </a:lvl7pPr>
            <a:lvl8pPr marL="3200189" indent="0">
              <a:buNone/>
              <a:defRPr sz="1600" b="1"/>
            </a:lvl8pPr>
            <a:lvl9pPr marL="3657359" indent="0">
              <a:buNone/>
              <a:defRPr sz="1600" b="1"/>
            </a:lvl9pPr>
          </a:lstStyle>
          <a:p>
            <a:pPr lvl="0"/>
            <a:r>
              <a:rPr lang="he-IL"/>
              <a:t>לחץ כדי לערוך סגנונות טקסט של תבנית בסיס</a:t>
            </a:r>
          </a:p>
        </p:txBody>
      </p:sp>
      <p:sp>
        <p:nvSpPr>
          <p:cNvPr id="4" name="Content Placeholder 3"/>
          <p:cNvSpPr>
            <a:spLocks noGrp="1"/>
          </p:cNvSpPr>
          <p:nvPr>
            <p:ph sz="half" idx="2"/>
          </p:nvPr>
        </p:nvSpPr>
        <p:spPr>
          <a:xfrm>
            <a:off x="839789" y="2505075"/>
            <a:ext cx="5157787"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170" indent="0">
              <a:buNone/>
              <a:defRPr sz="2000" b="1"/>
            </a:lvl2pPr>
            <a:lvl3pPr marL="914340" indent="0">
              <a:buNone/>
              <a:defRPr sz="1800" b="1"/>
            </a:lvl3pPr>
            <a:lvl4pPr marL="1371510" indent="0">
              <a:buNone/>
              <a:defRPr sz="1600" b="1"/>
            </a:lvl4pPr>
            <a:lvl5pPr marL="1828680" indent="0">
              <a:buNone/>
              <a:defRPr sz="1600" b="1"/>
            </a:lvl5pPr>
            <a:lvl6pPr marL="2285850" indent="0">
              <a:buNone/>
              <a:defRPr sz="1600" b="1"/>
            </a:lvl6pPr>
            <a:lvl7pPr marL="2743019" indent="0">
              <a:buNone/>
              <a:defRPr sz="1600" b="1"/>
            </a:lvl7pPr>
            <a:lvl8pPr marL="3200189" indent="0">
              <a:buNone/>
              <a:defRPr sz="1600" b="1"/>
            </a:lvl8pPr>
            <a:lvl9pPr marL="3657359" indent="0">
              <a:buNone/>
              <a:defRPr sz="1600" b="1"/>
            </a:lvl9pPr>
          </a:lstStyle>
          <a:p>
            <a:pPr lvl="0"/>
            <a:r>
              <a:rPr lang="he-IL"/>
              <a:t>לחץ כדי לערוך סגנונות טקסט של תבנית בסיס</a:t>
            </a:r>
          </a:p>
        </p:txBody>
      </p:sp>
      <p:sp>
        <p:nvSpPr>
          <p:cNvPr id="6" name="Content Placeholder 5"/>
          <p:cNvSpPr>
            <a:spLocks noGrp="1"/>
          </p:cNvSpPr>
          <p:nvPr>
            <p:ph sz="quarter" idx="4"/>
          </p:nvPr>
        </p:nvSpPr>
        <p:spPr>
          <a:xfrm>
            <a:off x="6172201" y="2505075"/>
            <a:ext cx="5183188"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7" name="Date Placeholder 6"/>
          <p:cNvSpPr>
            <a:spLocks noGrp="1"/>
          </p:cNvSpPr>
          <p:nvPr>
            <p:ph type="dt" sz="half" idx="10"/>
          </p:nvPr>
        </p:nvSpPr>
        <p:spPr/>
        <p:txBody>
          <a:bodyPr/>
          <a:lstStyle/>
          <a:p>
            <a:fld id="{D1938E48-F708-4DD5-A3C4-8D7851AB3431}" type="datetimeFigureOut">
              <a:rPr lang="he-IL" smtClean="0"/>
              <a:t>כ"ב/אדר/תשפ"ג</a:t>
            </a:fld>
            <a:endParaRPr lang="he-IL"/>
          </a:p>
        </p:txBody>
      </p:sp>
      <p:sp>
        <p:nvSpPr>
          <p:cNvPr id="8" name="Footer Placeholder 7"/>
          <p:cNvSpPr>
            <a:spLocks noGrp="1"/>
          </p:cNvSpPr>
          <p:nvPr>
            <p:ph type="ftr" sz="quarter" idx="11"/>
          </p:nvPr>
        </p:nvSpPr>
        <p:spPr/>
        <p:txBody>
          <a:bodyPr/>
          <a:lstStyle/>
          <a:p>
            <a:endParaRPr lang="he-IL"/>
          </a:p>
        </p:txBody>
      </p:sp>
      <p:sp>
        <p:nvSpPr>
          <p:cNvPr id="9" name="Slide Number Placeholder 8"/>
          <p:cNvSpPr>
            <a:spLocks noGrp="1"/>
          </p:cNvSpPr>
          <p:nvPr>
            <p:ph type="sldNum" sz="quarter" idx="12"/>
          </p:nvPr>
        </p:nvSpPr>
        <p:spPr/>
        <p:txBody>
          <a:bodyPr/>
          <a:lstStyle/>
          <a:p>
            <a:fld id="{454F0D2A-E218-47E0-A883-B788501C2BBC}" type="slidenum">
              <a:rPr lang="he-IL" smtClean="0"/>
              <a:t>‹#›</a:t>
            </a:fld>
            <a:endParaRPr lang="he-IL"/>
          </a:p>
        </p:txBody>
      </p:sp>
    </p:spTree>
    <p:extLst>
      <p:ext uri="{BB962C8B-B14F-4D97-AF65-F5344CB8AC3E}">
        <p14:creationId xmlns:p14="http://schemas.microsoft.com/office/powerpoint/2010/main" val="28839331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Date Placeholder 2"/>
          <p:cNvSpPr>
            <a:spLocks noGrp="1"/>
          </p:cNvSpPr>
          <p:nvPr>
            <p:ph type="dt" sz="half" idx="10"/>
          </p:nvPr>
        </p:nvSpPr>
        <p:spPr/>
        <p:txBody>
          <a:bodyPr/>
          <a:lstStyle/>
          <a:p>
            <a:fld id="{D1938E48-F708-4DD5-A3C4-8D7851AB3431}" type="datetimeFigureOut">
              <a:rPr lang="he-IL" smtClean="0"/>
              <a:t>כ"ב/אדר/תשפ"ג</a:t>
            </a:fld>
            <a:endParaRPr lang="he-IL"/>
          </a:p>
        </p:txBody>
      </p:sp>
      <p:sp>
        <p:nvSpPr>
          <p:cNvPr id="4" name="Footer Placeholder 3"/>
          <p:cNvSpPr>
            <a:spLocks noGrp="1"/>
          </p:cNvSpPr>
          <p:nvPr>
            <p:ph type="ftr" sz="quarter" idx="11"/>
          </p:nvPr>
        </p:nvSpPr>
        <p:spPr/>
        <p:txBody>
          <a:bodyPr/>
          <a:lstStyle/>
          <a:p>
            <a:endParaRPr lang="he-IL"/>
          </a:p>
        </p:txBody>
      </p:sp>
      <p:sp>
        <p:nvSpPr>
          <p:cNvPr id="5" name="Slide Number Placeholder 4"/>
          <p:cNvSpPr>
            <a:spLocks noGrp="1"/>
          </p:cNvSpPr>
          <p:nvPr>
            <p:ph type="sldNum" sz="quarter" idx="12"/>
          </p:nvPr>
        </p:nvSpPr>
        <p:spPr/>
        <p:txBody>
          <a:bodyPr/>
          <a:lstStyle/>
          <a:p>
            <a:fld id="{454F0D2A-E218-47E0-A883-B788501C2BBC}" type="slidenum">
              <a:rPr lang="he-IL" smtClean="0"/>
              <a:t>‹#›</a:t>
            </a:fld>
            <a:endParaRPr lang="he-IL"/>
          </a:p>
        </p:txBody>
      </p:sp>
    </p:spTree>
    <p:extLst>
      <p:ext uri="{BB962C8B-B14F-4D97-AF65-F5344CB8AC3E}">
        <p14:creationId xmlns:p14="http://schemas.microsoft.com/office/powerpoint/2010/main" val="24297221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1938E48-F708-4DD5-A3C4-8D7851AB3431}" type="datetimeFigureOut">
              <a:rPr lang="he-IL" smtClean="0"/>
              <a:t>כ"ב/אדר/תשפ"ג</a:t>
            </a:fld>
            <a:endParaRPr lang="he-IL"/>
          </a:p>
        </p:txBody>
      </p:sp>
      <p:sp>
        <p:nvSpPr>
          <p:cNvPr id="3" name="Footer Placeholder 2"/>
          <p:cNvSpPr>
            <a:spLocks noGrp="1"/>
          </p:cNvSpPr>
          <p:nvPr>
            <p:ph type="ftr" sz="quarter" idx="11"/>
          </p:nvPr>
        </p:nvSpPr>
        <p:spPr/>
        <p:txBody>
          <a:bodyPr/>
          <a:lstStyle/>
          <a:p>
            <a:endParaRPr lang="he-IL"/>
          </a:p>
        </p:txBody>
      </p:sp>
      <p:sp>
        <p:nvSpPr>
          <p:cNvPr id="4" name="Slide Number Placeholder 3"/>
          <p:cNvSpPr>
            <a:spLocks noGrp="1"/>
          </p:cNvSpPr>
          <p:nvPr>
            <p:ph type="sldNum" sz="quarter" idx="12"/>
          </p:nvPr>
        </p:nvSpPr>
        <p:spPr/>
        <p:txBody>
          <a:bodyPr/>
          <a:lstStyle/>
          <a:p>
            <a:fld id="{454F0D2A-E218-47E0-A883-B788501C2BBC}" type="slidenum">
              <a:rPr lang="he-IL" smtClean="0"/>
              <a:t>‹#›</a:t>
            </a:fld>
            <a:endParaRPr lang="he-IL"/>
          </a:p>
        </p:txBody>
      </p:sp>
    </p:spTree>
    <p:extLst>
      <p:ext uri="{BB962C8B-B14F-4D97-AF65-F5344CB8AC3E}">
        <p14:creationId xmlns:p14="http://schemas.microsoft.com/office/powerpoint/2010/main" val="34964599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endParaRPr lang="en-US" dirty="0"/>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170" indent="0">
              <a:buNone/>
              <a:defRPr sz="1400"/>
            </a:lvl2pPr>
            <a:lvl3pPr marL="914340" indent="0">
              <a:buNone/>
              <a:defRPr sz="1200"/>
            </a:lvl3pPr>
            <a:lvl4pPr marL="1371510" indent="0">
              <a:buNone/>
              <a:defRPr sz="1000"/>
            </a:lvl4pPr>
            <a:lvl5pPr marL="1828680" indent="0">
              <a:buNone/>
              <a:defRPr sz="1000"/>
            </a:lvl5pPr>
            <a:lvl6pPr marL="2285850" indent="0">
              <a:buNone/>
              <a:defRPr sz="1000"/>
            </a:lvl6pPr>
            <a:lvl7pPr marL="2743019" indent="0">
              <a:buNone/>
              <a:defRPr sz="1000"/>
            </a:lvl7pPr>
            <a:lvl8pPr marL="3200189" indent="0">
              <a:buNone/>
              <a:defRPr sz="1000"/>
            </a:lvl8pPr>
            <a:lvl9pPr marL="3657359" indent="0">
              <a:buNone/>
              <a:defRPr sz="1000"/>
            </a:lvl9pPr>
          </a:lstStyle>
          <a:p>
            <a:pPr lvl="0"/>
            <a:r>
              <a:rPr lang="he-IL"/>
              <a:t>לחץ כדי לערוך סגנונות טקסט של תבנית בסיס</a:t>
            </a:r>
          </a:p>
        </p:txBody>
      </p:sp>
      <p:sp>
        <p:nvSpPr>
          <p:cNvPr id="5" name="Date Placeholder 4"/>
          <p:cNvSpPr>
            <a:spLocks noGrp="1"/>
          </p:cNvSpPr>
          <p:nvPr>
            <p:ph type="dt" sz="half" idx="10"/>
          </p:nvPr>
        </p:nvSpPr>
        <p:spPr/>
        <p:txBody>
          <a:bodyPr/>
          <a:lstStyle/>
          <a:p>
            <a:fld id="{D1938E48-F708-4DD5-A3C4-8D7851AB3431}" type="datetimeFigureOut">
              <a:rPr lang="he-IL" smtClean="0"/>
              <a:t>כ"ב/אדר/תשפ"ג</a:t>
            </a:fld>
            <a:endParaRPr lang="he-IL"/>
          </a:p>
        </p:txBody>
      </p:sp>
      <p:sp>
        <p:nvSpPr>
          <p:cNvPr id="6" name="Footer Placeholder 5"/>
          <p:cNvSpPr>
            <a:spLocks noGrp="1"/>
          </p:cNvSpPr>
          <p:nvPr>
            <p:ph type="ftr" sz="quarter" idx="11"/>
          </p:nvPr>
        </p:nvSpPr>
        <p:spPr/>
        <p:txBody>
          <a:bodyPr/>
          <a:lstStyle/>
          <a:p>
            <a:endParaRPr lang="he-IL"/>
          </a:p>
        </p:txBody>
      </p:sp>
      <p:sp>
        <p:nvSpPr>
          <p:cNvPr id="7" name="Slide Number Placeholder 6"/>
          <p:cNvSpPr>
            <a:spLocks noGrp="1"/>
          </p:cNvSpPr>
          <p:nvPr>
            <p:ph type="sldNum" sz="quarter" idx="12"/>
          </p:nvPr>
        </p:nvSpPr>
        <p:spPr/>
        <p:txBody>
          <a:bodyPr/>
          <a:lstStyle/>
          <a:p>
            <a:fld id="{454F0D2A-E218-47E0-A883-B788501C2BBC}" type="slidenum">
              <a:rPr lang="he-IL" smtClean="0"/>
              <a:t>‹#›</a:t>
            </a:fld>
            <a:endParaRPr lang="he-IL"/>
          </a:p>
        </p:txBody>
      </p:sp>
    </p:spTree>
    <p:extLst>
      <p:ext uri="{BB962C8B-B14F-4D97-AF65-F5344CB8AC3E}">
        <p14:creationId xmlns:p14="http://schemas.microsoft.com/office/powerpoint/2010/main" val="32589943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endParaRPr lang="en-US" dirty="0"/>
          </a:p>
        </p:txBody>
      </p:sp>
      <p:sp>
        <p:nvSpPr>
          <p:cNvPr id="3" name="Picture Placeholder 2"/>
          <p:cNvSpPr>
            <a:spLocks noGrp="1" noChangeAspect="1"/>
          </p:cNvSpPr>
          <p:nvPr>
            <p:ph type="pic" idx="1"/>
          </p:nvPr>
        </p:nvSpPr>
        <p:spPr>
          <a:xfrm>
            <a:off x="5183188" y="987427"/>
            <a:ext cx="6172200" cy="4873625"/>
          </a:xfrm>
        </p:spPr>
        <p:txBody>
          <a:bodyPr anchor="t"/>
          <a:lstStyle>
            <a:lvl1pPr marL="0" indent="0">
              <a:buNone/>
              <a:defRPr sz="3200"/>
            </a:lvl1pPr>
            <a:lvl2pPr marL="457170" indent="0">
              <a:buNone/>
              <a:defRPr sz="2800"/>
            </a:lvl2pPr>
            <a:lvl3pPr marL="914340" indent="0">
              <a:buNone/>
              <a:defRPr sz="2400"/>
            </a:lvl3pPr>
            <a:lvl4pPr marL="1371510" indent="0">
              <a:buNone/>
              <a:defRPr sz="2000"/>
            </a:lvl4pPr>
            <a:lvl5pPr marL="1828680" indent="0">
              <a:buNone/>
              <a:defRPr sz="2000"/>
            </a:lvl5pPr>
            <a:lvl6pPr marL="2285850" indent="0">
              <a:buNone/>
              <a:defRPr sz="2000"/>
            </a:lvl6pPr>
            <a:lvl7pPr marL="2743019" indent="0">
              <a:buNone/>
              <a:defRPr sz="2000"/>
            </a:lvl7pPr>
            <a:lvl8pPr marL="3200189" indent="0">
              <a:buNone/>
              <a:defRPr sz="2000"/>
            </a:lvl8pPr>
            <a:lvl9pPr marL="3657359" indent="0">
              <a:buNone/>
              <a:defRPr sz="2000"/>
            </a:lvl9pPr>
          </a:lstStyle>
          <a:p>
            <a:r>
              <a:rPr lang="he-IL"/>
              <a:t>לחץ על הסמל כדי להוסיף תמונה</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170" indent="0">
              <a:buNone/>
              <a:defRPr sz="1400"/>
            </a:lvl2pPr>
            <a:lvl3pPr marL="914340" indent="0">
              <a:buNone/>
              <a:defRPr sz="1200"/>
            </a:lvl3pPr>
            <a:lvl4pPr marL="1371510" indent="0">
              <a:buNone/>
              <a:defRPr sz="1000"/>
            </a:lvl4pPr>
            <a:lvl5pPr marL="1828680" indent="0">
              <a:buNone/>
              <a:defRPr sz="1000"/>
            </a:lvl5pPr>
            <a:lvl6pPr marL="2285850" indent="0">
              <a:buNone/>
              <a:defRPr sz="1000"/>
            </a:lvl6pPr>
            <a:lvl7pPr marL="2743019" indent="0">
              <a:buNone/>
              <a:defRPr sz="1000"/>
            </a:lvl7pPr>
            <a:lvl8pPr marL="3200189" indent="0">
              <a:buNone/>
              <a:defRPr sz="1000"/>
            </a:lvl8pPr>
            <a:lvl9pPr marL="3657359" indent="0">
              <a:buNone/>
              <a:defRPr sz="1000"/>
            </a:lvl9pPr>
          </a:lstStyle>
          <a:p>
            <a:pPr lvl="0"/>
            <a:r>
              <a:rPr lang="he-IL"/>
              <a:t>לחץ כדי לערוך סגנונות טקסט של תבנית בסיס</a:t>
            </a:r>
          </a:p>
        </p:txBody>
      </p:sp>
      <p:sp>
        <p:nvSpPr>
          <p:cNvPr id="5" name="Date Placeholder 4"/>
          <p:cNvSpPr>
            <a:spLocks noGrp="1"/>
          </p:cNvSpPr>
          <p:nvPr>
            <p:ph type="dt" sz="half" idx="10"/>
          </p:nvPr>
        </p:nvSpPr>
        <p:spPr/>
        <p:txBody>
          <a:bodyPr/>
          <a:lstStyle/>
          <a:p>
            <a:fld id="{D1938E48-F708-4DD5-A3C4-8D7851AB3431}" type="datetimeFigureOut">
              <a:rPr lang="he-IL" smtClean="0"/>
              <a:t>כ"ב/אדר/תשפ"ג</a:t>
            </a:fld>
            <a:endParaRPr lang="he-IL"/>
          </a:p>
        </p:txBody>
      </p:sp>
      <p:sp>
        <p:nvSpPr>
          <p:cNvPr id="6" name="Footer Placeholder 5"/>
          <p:cNvSpPr>
            <a:spLocks noGrp="1"/>
          </p:cNvSpPr>
          <p:nvPr>
            <p:ph type="ftr" sz="quarter" idx="11"/>
          </p:nvPr>
        </p:nvSpPr>
        <p:spPr/>
        <p:txBody>
          <a:bodyPr/>
          <a:lstStyle/>
          <a:p>
            <a:endParaRPr lang="he-IL"/>
          </a:p>
        </p:txBody>
      </p:sp>
      <p:sp>
        <p:nvSpPr>
          <p:cNvPr id="7" name="Slide Number Placeholder 6"/>
          <p:cNvSpPr>
            <a:spLocks noGrp="1"/>
          </p:cNvSpPr>
          <p:nvPr>
            <p:ph type="sldNum" sz="quarter" idx="12"/>
          </p:nvPr>
        </p:nvSpPr>
        <p:spPr/>
        <p:txBody>
          <a:bodyPr/>
          <a:lstStyle/>
          <a:p>
            <a:fld id="{454F0D2A-E218-47E0-A883-B788501C2BBC}" type="slidenum">
              <a:rPr lang="he-IL" smtClean="0"/>
              <a:t>‹#›</a:t>
            </a:fld>
            <a:endParaRPr lang="he-IL"/>
          </a:p>
        </p:txBody>
      </p:sp>
    </p:spTree>
    <p:extLst>
      <p:ext uri="{BB962C8B-B14F-4D97-AF65-F5344CB8AC3E}">
        <p14:creationId xmlns:p14="http://schemas.microsoft.com/office/powerpoint/2010/main" val="2820341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Vertical Text Placeholder 2"/>
          <p:cNvSpPr>
            <a:spLocks noGrp="1"/>
          </p:cNvSpPr>
          <p:nvPr>
            <p:ph type="body" orient="vert" idx="1"/>
          </p:nvPr>
        </p:nvSpPr>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10"/>
          </p:nvPr>
        </p:nvSpPr>
        <p:spPr/>
        <p:txBody>
          <a:bodyPr/>
          <a:lstStyle/>
          <a:p>
            <a:fld id="{D1938E48-F708-4DD5-A3C4-8D7851AB3431}" type="datetimeFigureOut">
              <a:rPr lang="he-IL" smtClean="0"/>
              <a:t>כ"ב/אדר/תשפ"ג</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454F0D2A-E218-47E0-A883-B788501C2BBC}" type="slidenum">
              <a:rPr lang="he-IL" smtClean="0"/>
              <a:t>‹#›</a:t>
            </a:fld>
            <a:endParaRPr lang="he-IL"/>
          </a:p>
        </p:txBody>
      </p:sp>
    </p:spTree>
    <p:extLst>
      <p:ext uri="{BB962C8B-B14F-4D97-AF65-F5344CB8AC3E}">
        <p14:creationId xmlns:p14="http://schemas.microsoft.com/office/powerpoint/2010/main" val="772953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he-IL"/>
              <a:t>לחץ כדי לערוך סגנון כותרת של תבנית בסיס</a:t>
            </a:r>
            <a:endParaRPr lang="en-US" dirty="0"/>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10"/>
          </p:nvPr>
        </p:nvSpPr>
        <p:spPr/>
        <p:txBody>
          <a:bodyPr/>
          <a:lstStyle/>
          <a:p>
            <a:fld id="{D1938E48-F708-4DD5-A3C4-8D7851AB3431}" type="datetimeFigureOut">
              <a:rPr lang="he-IL" smtClean="0"/>
              <a:t>כ"ב/אדר/תשפ"ג</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454F0D2A-E218-47E0-A883-B788501C2BBC}" type="slidenum">
              <a:rPr lang="he-IL" smtClean="0"/>
              <a:t>‹#›</a:t>
            </a:fld>
            <a:endParaRPr lang="he-IL"/>
          </a:p>
        </p:txBody>
      </p:sp>
    </p:spTree>
    <p:extLst>
      <p:ext uri="{BB962C8B-B14F-4D97-AF65-F5344CB8AC3E}">
        <p14:creationId xmlns:p14="http://schemas.microsoft.com/office/powerpoint/2010/main" val="3482904347"/>
      </p:ext>
    </p:extLst>
  </p:cSld>
  <p:clrMapOvr>
    <a:masterClrMapping/>
  </p:clrMapOvr>
</p:sldLayout>
</file>

<file path=ppt/slideMasters/_rels/slideMaster1.xml.rels><?xml version="1.0" encoding="UTF-8"?><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1938E48-F708-4DD5-A3C4-8D7851AB3431}" type="datetimeFigureOut">
              <a:rPr lang="he-IL" smtClean="0"/>
              <a:t>כ"ב/אדר/תשפ"ג</a:t>
            </a:fld>
            <a:endParaRPr lang="he-IL"/>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he-IL"/>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54F0D2A-E218-47E0-A883-B788501C2BBC}" type="slidenum">
              <a:rPr lang="he-IL" smtClean="0"/>
              <a:t>‹#›</a:t>
            </a:fld>
            <a:endParaRPr lang="he-IL"/>
          </a:p>
        </p:txBody>
      </p:sp>
    </p:spTree>
    <p:extLst>
      <p:ext uri="{BB962C8B-B14F-4D97-AF65-F5344CB8AC3E}">
        <p14:creationId xmlns:p14="http://schemas.microsoft.com/office/powerpoint/2010/main" val="293997251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34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585" indent="-228585" algn="r" defTabSz="91434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5" indent="-228585" algn="r" defTabSz="91434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25" indent="-228585" algn="r" defTabSz="91434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95" indent="-228585" algn="r" defTabSz="91434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65" indent="-228585" algn="r" defTabSz="91434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34" indent="-228585" algn="r" defTabSz="91434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05" indent="-228585" algn="r" defTabSz="91434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74" indent="-228585" algn="r" defTabSz="91434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44" indent="-228585" algn="r" defTabSz="91434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r" defTabSz="914340" rtl="1" eaLnBrk="1" latinLnBrk="0" hangingPunct="1">
        <a:defRPr sz="1800" kern="1200">
          <a:solidFill>
            <a:schemeClr val="tx1"/>
          </a:solidFill>
          <a:latin typeface="+mn-lt"/>
          <a:ea typeface="+mn-ea"/>
          <a:cs typeface="+mn-cs"/>
        </a:defRPr>
      </a:lvl1pPr>
      <a:lvl2pPr marL="457170" algn="r" defTabSz="914340" rtl="1" eaLnBrk="1" latinLnBrk="0" hangingPunct="1">
        <a:defRPr sz="1800" kern="1200">
          <a:solidFill>
            <a:schemeClr val="tx1"/>
          </a:solidFill>
          <a:latin typeface="+mn-lt"/>
          <a:ea typeface="+mn-ea"/>
          <a:cs typeface="+mn-cs"/>
        </a:defRPr>
      </a:lvl2pPr>
      <a:lvl3pPr marL="914340" algn="r" defTabSz="914340" rtl="1" eaLnBrk="1" latinLnBrk="0" hangingPunct="1">
        <a:defRPr sz="1800" kern="1200">
          <a:solidFill>
            <a:schemeClr val="tx1"/>
          </a:solidFill>
          <a:latin typeface="+mn-lt"/>
          <a:ea typeface="+mn-ea"/>
          <a:cs typeface="+mn-cs"/>
        </a:defRPr>
      </a:lvl3pPr>
      <a:lvl4pPr marL="1371510" algn="r" defTabSz="914340" rtl="1" eaLnBrk="1" latinLnBrk="0" hangingPunct="1">
        <a:defRPr sz="1800" kern="1200">
          <a:solidFill>
            <a:schemeClr val="tx1"/>
          </a:solidFill>
          <a:latin typeface="+mn-lt"/>
          <a:ea typeface="+mn-ea"/>
          <a:cs typeface="+mn-cs"/>
        </a:defRPr>
      </a:lvl4pPr>
      <a:lvl5pPr marL="1828680" algn="r" defTabSz="914340" rtl="1" eaLnBrk="1" latinLnBrk="0" hangingPunct="1">
        <a:defRPr sz="1800" kern="1200">
          <a:solidFill>
            <a:schemeClr val="tx1"/>
          </a:solidFill>
          <a:latin typeface="+mn-lt"/>
          <a:ea typeface="+mn-ea"/>
          <a:cs typeface="+mn-cs"/>
        </a:defRPr>
      </a:lvl5pPr>
      <a:lvl6pPr marL="2285850" algn="r" defTabSz="914340" rtl="1" eaLnBrk="1" latinLnBrk="0" hangingPunct="1">
        <a:defRPr sz="1800" kern="1200">
          <a:solidFill>
            <a:schemeClr val="tx1"/>
          </a:solidFill>
          <a:latin typeface="+mn-lt"/>
          <a:ea typeface="+mn-ea"/>
          <a:cs typeface="+mn-cs"/>
        </a:defRPr>
      </a:lvl6pPr>
      <a:lvl7pPr marL="2743019" algn="r" defTabSz="914340" rtl="1" eaLnBrk="1" latinLnBrk="0" hangingPunct="1">
        <a:defRPr sz="1800" kern="1200">
          <a:solidFill>
            <a:schemeClr val="tx1"/>
          </a:solidFill>
          <a:latin typeface="+mn-lt"/>
          <a:ea typeface="+mn-ea"/>
          <a:cs typeface="+mn-cs"/>
        </a:defRPr>
      </a:lvl7pPr>
      <a:lvl8pPr marL="3200189" algn="r" defTabSz="914340" rtl="1" eaLnBrk="1" latinLnBrk="0" hangingPunct="1">
        <a:defRPr sz="1800" kern="1200">
          <a:solidFill>
            <a:schemeClr val="tx1"/>
          </a:solidFill>
          <a:latin typeface="+mn-lt"/>
          <a:ea typeface="+mn-ea"/>
          <a:cs typeface="+mn-cs"/>
        </a:defRPr>
      </a:lvl8pPr>
      <a:lvl9pPr marL="3657359" algn="r" defTabSz="914340" rtl="1"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תמונה 2">
            <a:extLst>
              <a:ext uri="{FF2B5EF4-FFF2-40B4-BE49-F238E27FC236}">
                <a16:creationId xmlns:a16="http://schemas.microsoft.com/office/drawing/2014/main" id="{BBBC8817-7B46-0E9E-1852-9C4B5834B9D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35852" y="409"/>
            <a:ext cx="9520296" cy="6857591"/>
          </a:xfrm>
          <a:prstGeom prst="rect">
            <a:avLst/>
          </a:prstGeom>
        </p:spPr>
      </p:pic>
      <p:sp>
        <p:nvSpPr>
          <p:cNvPr id="4" name="TextBox 3"/>
          <p:cNvSpPr txBox="1"/>
          <p:nvPr/>
        </p:nvSpPr>
        <p:spPr>
          <a:xfrm>
            <a:off x="2018948" y="817000"/>
            <a:ext cx="3936341" cy="547586"/>
          </a:xfrm>
          <a:prstGeom prst="rect">
            <a:avLst/>
          </a:prstGeom>
          <a:noFill/>
        </p:spPr>
        <p:txBody>
          <a:bodyPr wrap="square" rtlCol="1">
            <a:spAutoFit/>
          </a:bodyPr>
          <a:lstStyle/>
          <a:p>
            <a:pPr defTabSz="786103"/>
            <a:r>
              <a:rPr lang="en-US" sz="1479" b="1" dirty="0">
                <a:solidFill>
                  <a:srgbClr val="12B26A"/>
                </a:solidFill>
                <a:latin typeface="Calibri" panose="020F0502020204030204"/>
              </a:rPr>
              <a:t>MedDial: Generation and Validation of Synthetic Patient-Physician Conversations</a:t>
            </a:r>
            <a:endParaRPr lang="he-IL" sz="1479" b="1" dirty="0">
              <a:solidFill>
                <a:srgbClr val="12B26A"/>
              </a:solidFill>
              <a:latin typeface="Calibri" panose="020F0502020204030204"/>
              <a:cs typeface="Arial" panose="020B0604020202020204" pitchFamily="34" charset="0"/>
            </a:endParaRPr>
          </a:p>
        </p:txBody>
      </p:sp>
      <p:sp>
        <p:nvSpPr>
          <p:cNvPr id="7" name="TextBox 6"/>
          <p:cNvSpPr txBox="1"/>
          <p:nvPr/>
        </p:nvSpPr>
        <p:spPr>
          <a:xfrm>
            <a:off x="6171012" y="-79114"/>
            <a:ext cx="4530184" cy="850874"/>
          </a:xfrm>
          <a:prstGeom prst="rect">
            <a:avLst/>
          </a:prstGeom>
          <a:noFill/>
        </p:spPr>
        <p:txBody>
          <a:bodyPr wrap="square" rtlCol="1" anchor="ctr" anchorCtr="0">
            <a:spAutoFit/>
          </a:bodyPr>
          <a:lstStyle/>
          <a:p>
            <a:pPr defTabSz="786103"/>
            <a:r>
              <a:rPr lang="en-US" sz="986" b="1" dirty="0">
                <a:solidFill>
                  <a:prstClr val="white"/>
                </a:solidFill>
                <a:latin typeface="Calibri" panose="020F0502020204030204"/>
              </a:rPr>
              <a:t>Alon Gottlib</a:t>
            </a:r>
            <a:endParaRPr lang="he-IL" sz="986" b="1" dirty="0">
              <a:solidFill>
                <a:prstClr val="white"/>
              </a:solidFill>
              <a:latin typeface="Calibri" panose="020F0502020204030204"/>
              <a:cs typeface="Arial" panose="020B0604020202020204" pitchFamily="34" charset="0"/>
            </a:endParaRPr>
          </a:p>
          <a:p>
            <a:pPr defTabSz="786103"/>
            <a:r>
              <a:rPr lang="en-US" sz="986" b="1" dirty="0">
                <a:solidFill>
                  <a:prstClr val="white"/>
                </a:solidFill>
                <a:latin typeface="Calibri" panose="020F0502020204030204"/>
              </a:rPr>
              <a:t>Supervisor: Dr. Yehudit Aperstein</a:t>
            </a:r>
          </a:p>
          <a:p>
            <a:pPr defTabSz="786103"/>
            <a:r>
              <a:rPr lang="en-US" sz="986" b="1" dirty="0">
                <a:solidFill>
                  <a:prstClr val="white"/>
                </a:solidFill>
                <a:latin typeface="Calibri" panose="020F0502020204030204"/>
              </a:rPr>
              <a:t>Advisor: Dr. Alexander Apartsin</a:t>
            </a:r>
          </a:p>
        </p:txBody>
      </p:sp>
      <p:sp>
        <p:nvSpPr>
          <p:cNvPr id="8" name="TextBox 7"/>
          <p:cNvSpPr txBox="1"/>
          <p:nvPr/>
        </p:nvSpPr>
        <p:spPr>
          <a:xfrm>
            <a:off x="3076886" y="191125"/>
            <a:ext cx="2572640" cy="381964"/>
          </a:xfrm>
          <a:prstGeom prst="rect">
            <a:avLst/>
          </a:prstGeom>
          <a:noFill/>
        </p:spPr>
        <p:txBody>
          <a:bodyPr wrap="square" rtlCol="1">
            <a:spAutoFit/>
          </a:bodyPr>
          <a:lstStyle/>
          <a:p>
            <a:pPr defTabSz="786103"/>
            <a:r>
              <a:rPr lang="en-US" sz="1882" dirty="0">
                <a:solidFill>
                  <a:prstClr val="white"/>
                </a:solidFill>
                <a:latin typeface="Calibri" panose="020F0502020204030204"/>
              </a:rPr>
              <a:t xml:space="preserve">| Intelligent Systems </a:t>
            </a:r>
            <a:endParaRPr lang="he-IL" sz="1882" dirty="0">
              <a:solidFill>
                <a:prstClr val="white"/>
              </a:solidFill>
              <a:latin typeface="Calibri" panose="020F0502020204030204"/>
              <a:cs typeface="Arial" panose="020B0604020202020204" pitchFamily="34" charset="0"/>
            </a:endParaRPr>
          </a:p>
        </p:txBody>
      </p:sp>
      <p:sp>
        <p:nvSpPr>
          <p:cNvPr id="10" name="TextBox 9"/>
          <p:cNvSpPr txBox="1">
            <a:spLocks noChangeArrowheads="1"/>
          </p:cNvSpPr>
          <p:nvPr/>
        </p:nvSpPr>
        <p:spPr bwMode="auto">
          <a:xfrm>
            <a:off x="2018948" y="6102215"/>
            <a:ext cx="2745848" cy="464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square">
            <a:spAutoFit/>
          </a:bodyPr>
          <a:lstStyle>
            <a:lvl1pPr eaLnBrk="0" hangingPunct="0">
              <a:defRPr sz="5700">
                <a:solidFill>
                  <a:schemeClr val="tx1"/>
                </a:solidFill>
                <a:latin typeface="Arial" pitchFamily="34" charset="0"/>
                <a:cs typeface="Arial" pitchFamily="34" charset="0"/>
              </a:defRPr>
            </a:lvl1pPr>
            <a:lvl2pPr marL="742950" indent="-285750" eaLnBrk="0" hangingPunct="0">
              <a:defRPr sz="5700">
                <a:solidFill>
                  <a:schemeClr val="tx1"/>
                </a:solidFill>
                <a:latin typeface="Arial" pitchFamily="34" charset="0"/>
                <a:cs typeface="Arial" pitchFamily="34" charset="0"/>
              </a:defRPr>
            </a:lvl2pPr>
            <a:lvl3pPr marL="1143000" indent="-228600" eaLnBrk="0" hangingPunct="0">
              <a:defRPr sz="5700">
                <a:solidFill>
                  <a:schemeClr val="tx1"/>
                </a:solidFill>
                <a:latin typeface="Arial" pitchFamily="34" charset="0"/>
                <a:cs typeface="Arial" pitchFamily="34" charset="0"/>
              </a:defRPr>
            </a:lvl3pPr>
            <a:lvl4pPr marL="1600200" indent="-228600" eaLnBrk="0" hangingPunct="0">
              <a:defRPr sz="5700">
                <a:solidFill>
                  <a:schemeClr val="tx1"/>
                </a:solidFill>
                <a:latin typeface="Arial" pitchFamily="34" charset="0"/>
                <a:cs typeface="Arial" pitchFamily="34" charset="0"/>
              </a:defRPr>
            </a:lvl4pPr>
            <a:lvl5pPr marL="2057400" indent="-228600" eaLnBrk="0" hangingPunct="0">
              <a:defRPr sz="5700">
                <a:solidFill>
                  <a:schemeClr val="tx1"/>
                </a:solidFill>
                <a:latin typeface="Arial" pitchFamily="34" charset="0"/>
                <a:cs typeface="Arial" pitchFamily="34" charset="0"/>
              </a:defRPr>
            </a:lvl5pPr>
            <a:lvl6pPr marL="2514600" indent="-228600" defTabSz="2879725" eaLnBrk="0" fontAlgn="base" hangingPunct="0">
              <a:spcBef>
                <a:spcPct val="0"/>
              </a:spcBef>
              <a:spcAft>
                <a:spcPct val="0"/>
              </a:spcAft>
              <a:defRPr sz="5700">
                <a:solidFill>
                  <a:schemeClr val="tx1"/>
                </a:solidFill>
                <a:latin typeface="Arial" pitchFamily="34" charset="0"/>
                <a:cs typeface="Arial" pitchFamily="34" charset="0"/>
              </a:defRPr>
            </a:lvl6pPr>
            <a:lvl7pPr marL="2971800" indent="-228600" defTabSz="2879725" eaLnBrk="0" fontAlgn="base" hangingPunct="0">
              <a:spcBef>
                <a:spcPct val="0"/>
              </a:spcBef>
              <a:spcAft>
                <a:spcPct val="0"/>
              </a:spcAft>
              <a:defRPr sz="5700">
                <a:solidFill>
                  <a:schemeClr val="tx1"/>
                </a:solidFill>
                <a:latin typeface="Arial" pitchFamily="34" charset="0"/>
                <a:cs typeface="Arial" pitchFamily="34" charset="0"/>
              </a:defRPr>
            </a:lvl7pPr>
            <a:lvl8pPr marL="3429000" indent="-228600" defTabSz="2879725" eaLnBrk="0" fontAlgn="base" hangingPunct="0">
              <a:spcBef>
                <a:spcPct val="0"/>
              </a:spcBef>
              <a:spcAft>
                <a:spcPct val="0"/>
              </a:spcAft>
              <a:defRPr sz="5700">
                <a:solidFill>
                  <a:schemeClr val="tx1"/>
                </a:solidFill>
                <a:latin typeface="Arial" pitchFamily="34" charset="0"/>
                <a:cs typeface="Arial" pitchFamily="34" charset="0"/>
              </a:defRPr>
            </a:lvl8pPr>
            <a:lvl9pPr marL="3886200" indent="-228600" defTabSz="2879725" eaLnBrk="0" fontAlgn="base" hangingPunct="0">
              <a:spcBef>
                <a:spcPct val="0"/>
              </a:spcBef>
              <a:spcAft>
                <a:spcPct val="0"/>
              </a:spcAft>
              <a:defRPr sz="5700">
                <a:solidFill>
                  <a:schemeClr val="tx1"/>
                </a:solidFill>
                <a:latin typeface="Arial" pitchFamily="34" charset="0"/>
                <a:cs typeface="Arial" pitchFamily="34" charset="0"/>
              </a:defRPr>
            </a:lvl9pPr>
          </a:lstStyle>
          <a:p>
            <a:pPr defTabSz="786103" eaLnBrk="1" hangingPunct="1"/>
            <a:r>
              <a:rPr lang="he-IL" sz="807" dirty="0">
                <a:solidFill>
                  <a:prstClr val="black"/>
                </a:solidFill>
                <a:latin typeface="Calibri" panose="020F0502020204030204"/>
              </a:rPr>
              <a:t xml:space="preserve"> </a:t>
            </a:r>
          </a:p>
        </p:txBody>
      </p:sp>
      <p:sp>
        <p:nvSpPr>
          <p:cNvPr id="6" name="מלבן 5">
            <a:extLst>
              <a:ext uri="{FF2B5EF4-FFF2-40B4-BE49-F238E27FC236}">
                <a16:creationId xmlns:a16="http://schemas.microsoft.com/office/drawing/2014/main" id="{F6927D4A-435A-2492-9A35-134368585E70}"/>
              </a:ext>
            </a:extLst>
          </p:cNvPr>
          <p:cNvSpPr/>
          <p:nvPr/>
        </p:nvSpPr>
        <p:spPr>
          <a:xfrm>
            <a:off x="1942100" y="1360648"/>
            <a:ext cx="4066411" cy="11382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defTabSz="786103" rtl="1"/>
            <a:endParaRPr lang="he-IL" sz="1547" dirty="0">
              <a:solidFill>
                <a:prstClr val="white"/>
              </a:solidFill>
              <a:latin typeface="Calibri" panose="020F0502020204030204"/>
              <a:cs typeface="Arial" panose="020B0604020202020204" pitchFamily="34" charset="0"/>
            </a:endParaRPr>
          </a:p>
        </p:txBody>
      </p:sp>
      <p:sp>
        <p:nvSpPr>
          <p:cNvPr id="9" name="מלבן 8">
            <a:extLst>
              <a:ext uri="{FF2B5EF4-FFF2-40B4-BE49-F238E27FC236}">
                <a16:creationId xmlns:a16="http://schemas.microsoft.com/office/drawing/2014/main" id="{11BF1EB4-6D95-716E-D513-49CD46F8C546}"/>
              </a:ext>
            </a:extLst>
          </p:cNvPr>
          <p:cNvSpPr/>
          <p:nvPr/>
        </p:nvSpPr>
        <p:spPr>
          <a:xfrm>
            <a:off x="1950639" y="3946711"/>
            <a:ext cx="4066411" cy="205741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defTabSz="786103" rtl="1"/>
            <a:endParaRPr lang="he-IL" sz="1547" dirty="0">
              <a:solidFill>
                <a:prstClr val="white"/>
              </a:solidFill>
              <a:latin typeface="Calibri" panose="020F0502020204030204"/>
              <a:cs typeface="Arial" panose="020B0604020202020204" pitchFamily="34" charset="0"/>
            </a:endParaRPr>
          </a:p>
        </p:txBody>
      </p:sp>
      <p:sp>
        <p:nvSpPr>
          <p:cNvPr id="11" name="מלבן 10">
            <a:extLst>
              <a:ext uri="{FF2B5EF4-FFF2-40B4-BE49-F238E27FC236}">
                <a16:creationId xmlns:a16="http://schemas.microsoft.com/office/drawing/2014/main" id="{373A15BB-0A7D-B524-1C41-8264AC79ECDA}"/>
              </a:ext>
            </a:extLst>
          </p:cNvPr>
          <p:cNvSpPr/>
          <p:nvPr/>
        </p:nvSpPr>
        <p:spPr>
          <a:xfrm>
            <a:off x="6183489" y="708366"/>
            <a:ext cx="4066411" cy="26443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defTabSz="786103" rtl="1"/>
            <a:endParaRPr lang="he-IL" sz="1547" dirty="0">
              <a:solidFill>
                <a:prstClr val="white"/>
              </a:solidFill>
              <a:latin typeface="Calibri" panose="020F0502020204030204"/>
              <a:cs typeface="Arial" panose="020B0604020202020204" pitchFamily="34" charset="0"/>
            </a:endParaRPr>
          </a:p>
        </p:txBody>
      </p:sp>
      <p:sp>
        <p:nvSpPr>
          <p:cNvPr id="56" name="TextBox 20">
            <a:extLst>
              <a:ext uri="{FF2B5EF4-FFF2-40B4-BE49-F238E27FC236}">
                <a16:creationId xmlns:a16="http://schemas.microsoft.com/office/drawing/2014/main" id="{76687B07-F429-49C3-B166-474DA87517D1}"/>
              </a:ext>
            </a:extLst>
          </p:cNvPr>
          <p:cNvSpPr txBox="1">
            <a:spLocks noChangeArrowheads="1"/>
          </p:cNvSpPr>
          <p:nvPr/>
        </p:nvSpPr>
        <p:spPr bwMode="auto">
          <a:xfrm>
            <a:off x="6249788" y="817000"/>
            <a:ext cx="787469" cy="172752"/>
          </a:xfrm>
          <a:prstGeom prst="rect">
            <a:avLst/>
          </a:prstGeom>
          <a:solidFill>
            <a:srgbClr val="12B26A"/>
          </a:solidFill>
          <a:ln>
            <a:noFill/>
          </a:ln>
        </p:spPr>
        <p:txBody>
          <a:bodyPr wrap="square" lIns="20839" tIns="10420" rIns="20839" bIns="10420">
            <a:spAutoFit/>
          </a:bodyPr>
          <a:lstStyle/>
          <a:p>
            <a:pPr defTabSz="786103"/>
            <a:r>
              <a:rPr lang="en-US" altLang="he-IL" sz="986" b="1" dirty="0">
                <a:solidFill>
                  <a:prstClr val="white"/>
                </a:solidFill>
                <a:latin typeface="Arial" panose="020B0604020202020204" pitchFamily="34" charset="0"/>
                <a:cs typeface="Arial" panose="020B0604020202020204" pitchFamily="34" charset="0"/>
              </a:rPr>
              <a:t>4. Results</a:t>
            </a:r>
            <a:endParaRPr lang="he-IL" altLang="he-IL" sz="986" b="1" dirty="0">
              <a:solidFill>
                <a:prstClr val="white"/>
              </a:solidFill>
              <a:latin typeface="Arial" panose="020B0604020202020204" pitchFamily="34" charset="0"/>
              <a:cs typeface="Arial" panose="020B0604020202020204" pitchFamily="34" charset="0"/>
            </a:endParaRPr>
          </a:p>
        </p:txBody>
      </p:sp>
      <p:sp>
        <p:nvSpPr>
          <p:cNvPr id="58" name="TextBox 20">
            <a:extLst>
              <a:ext uri="{FF2B5EF4-FFF2-40B4-BE49-F238E27FC236}">
                <a16:creationId xmlns:a16="http://schemas.microsoft.com/office/drawing/2014/main" id="{AC7864FE-02EF-4DD2-A8E4-EDB9F8EEC630}"/>
              </a:ext>
            </a:extLst>
          </p:cNvPr>
          <p:cNvSpPr txBox="1">
            <a:spLocks noChangeArrowheads="1"/>
          </p:cNvSpPr>
          <p:nvPr/>
        </p:nvSpPr>
        <p:spPr bwMode="auto">
          <a:xfrm>
            <a:off x="6249788" y="3455234"/>
            <a:ext cx="1857254" cy="172752"/>
          </a:xfrm>
          <a:prstGeom prst="rect">
            <a:avLst/>
          </a:prstGeom>
          <a:solidFill>
            <a:srgbClr val="12B26A"/>
          </a:solidFill>
          <a:ln>
            <a:noFill/>
          </a:ln>
        </p:spPr>
        <p:txBody>
          <a:bodyPr wrap="square" lIns="20839" tIns="10420" rIns="20839" bIns="10420">
            <a:spAutoFit/>
          </a:bodyPr>
          <a:lstStyle/>
          <a:p>
            <a:pPr defTabSz="786103"/>
            <a:r>
              <a:rPr lang="en-US" altLang="he-IL" sz="986" b="1" dirty="0">
                <a:solidFill>
                  <a:prstClr val="white"/>
                </a:solidFill>
                <a:latin typeface="Arial" panose="020B0604020202020204" pitchFamily="34" charset="0"/>
                <a:cs typeface="Arial" panose="020B0604020202020204" pitchFamily="34" charset="0"/>
              </a:rPr>
              <a:t xml:space="preserve">5. </a:t>
            </a:r>
            <a:r>
              <a:rPr lang="en-US" sz="986" b="1" dirty="0">
                <a:solidFill>
                  <a:prstClr val="white"/>
                </a:solidFill>
                <a:latin typeface="Arial" panose="020B0604020202020204" pitchFamily="34" charset="0"/>
                <a:ea typeface="Calibri" panose="020F0502020204030204" pitchFamily="34" charset="0"/>
                <a:cs typeface="Arial" panose="020B0604020202020204" pitchFamily="34" charset="0"/>
              </a:rPr>
              <a:t xml:space="preserve">Summary and conclusions </a:t>
            </a:r>
            <a:endParaRPr lang="he-IL" altLang="he-IL" sz="986" b="1" dirty="0">
              <a:solidFill>
                <a:prstClr val="white"/>
              </a:solidFill>
              <a:latin typeface="Arial" panose="020B0604020202020204" pitchFamily="34" charset="0"/>
              <a:cs typeface="Arial" panose="020B0604020202020204" pitchFamily="34" charset="0"/>
            </a:endParaRPr>
          </a:p>
        </p:txBody>
      </p:sp>
      <p:sp>
        <p:nvSpPr>
          <p:cNvPr id="76" name="TextBox 75">
            <a:extLst>
              <a:ext uri="{FF2B5EF4-FFF2-40B4-BE49-F238E27FC236}">
                <a16:creationId xmlns:a16="http://schemas.microsoft.com/office/drawing/2014/main" id="{802BF110-5A05-41C2-A432-337BFFC971F1}"/>
              </a:ext>
            </a:extLst>
          </p:cNvPr>
          <p:cNvSpPr txBox="1"/>
          <p:nvPr/>
        </p:nvSpPr>
        <p:spPr>
          <a:xfrm>
            <a:off x="6236711" y="1054970"/>
            <a:ext cx="3975549" cy="172792"/>
          </a:xfrm>
          <a:prstGeom prst="rect">
            <a:avLst/>
          </a:prstGeom>
          <a:noFill/>
        </p:spPr>
        <p:txBody>
          <a:bodyPr wrap="square" rtlCol="1">
            <a:noAutofit/>
          </a:bodyPr>
          <a:lstStyle/>
          <a:p>
            <a:pPr defTabSz="786103"/>
            <a:r>
              <a:rPr lang="he-IL" sz="807" dirty="0">
                <a:solidFill>
                  <a:prstClr val="black"/>
                </a:solidFill>
                <a:latin typeface="Calibri" panose="020F0502020204030204"/>
                <a:cs typeface="Arial" panose="020B0604020202020204" pitchFamily="34" charset="0"/>
              </a:rPr>
              <a:t>498 patient profiles processed across 3 profile types (FULL, NO_DIAGNOSIS, NO_DIAGNOSIS_NO_TREATMENT), generating 1,494 dialogues total. 98.66% realistic dialogue rate with average composite judge score of 0.89 (SD=0.06). 98.33% first-attempt success rate. Mean faithfulness score: 0.787; 74.8% of dialogues achieved moderate-to-high faithfulness. NO_DIAGNOSIS_NO_TREATMENT profiles achieved highest average faithfulness (0.85). Only 1.67% of cases required iterative refinement.</a:t>
            </a:r>
          </a:p>
        </p:txBody>
      </p:sp>
      <p:sp>
        <p:nvSpPr>
          <p:cNvPr id="77" name="TextBox 76">
            <a:extLst>
              <a:ext uri="{FF2B5EF4-FFF2-40B4-BE49-F238E27FC236}">
                <a16:creationId xmlns:a16="http://schemas.microsoft.com/office/drawing/2014/main" id="{A6CEF51B-C266-4F90-8D42-445D16647823}"/>
              </a:ext>
            </a:extLst>
          </p:cNvPr>
          <p:cNvSpPr txBox="1"/>
          <p:nvPr/>
        </p:nvSpPr>
        <p:spPr>
          <a:xfrm>
            <a:off x="6249788" y="3679658"/>
            <a:ext cx="3975549" cy="172792"/>
          </a:xfrm>
          <a:prstGeom prst="rect">
            <a:avLst/>
          </a:prstGeom>
          <a:noFill/>
        </p:spPr>
        <p:txBody>
          <a:bodyPr wrap="square" rtlCol="1">
            <a:noAutofit/>
          </a:bodyPr>
          <a:lstStyle/>
          <a:p>
            <a:pPr defTabSz="786103"/>
            <a:r>
              <a:rPr lang="he-IL" sz="807" dirty="0">
                <a:solidFill>
                  <a:prstClr val="black"/>
                </a:solidFill>
                <a:latin typeface="Calibri" panose="020F0502020204030204"/>
                <a:cs typeface="Arial" panose="020B0604020202020204" pitchFamily="34" charset="0"/>
              </a:rPr>
              <a:t>MedDial demonstrates that multi-agent LLM architecture with bias-aware prompting effectively generates clinically grounded synthetic medical dialogues. Key contributions: (1) A scalable pipeline for primary care dialogue generation from MIMIC-III EHRs; (2) Bias-aware prompting templates reducing hallucination across all stages; (3) A DeepEval-based multi-dimensional Judge Agent integrating naturalness, profile compliance, and faithfulness; (4) A composite weighted scoring methodology integrating factual grounding into the validation loop. Future work: expanding to complex medical cases, multi-language support, and human expert evaluation.</a:t>
            </a:r>
          </a:p>
        </p:txBody>
      </p:sp>
      <p:sp>
        <p:nvSpPr>
          <p:cNvPr id="44" name="TextBox 43">
            <a:extLst>
              <a:ext uri="{FF2B5EF4-FFF2-40B4-BE49-F238E27FC236}">
                <a16:creationId xmlns:a16="http://schemas.microsoft.com/office/drawing/2014/main" id="{6CFB8D69-6F6D-40CB-8808-E623B50D45EC}"/>
              </a:ext>
            </a:extLst>
          </p:cNvPr>
          <p:cNvSpPr txBox="1"/>
          <p:nvPr/>
        </p:nvSpPr>
        <p:spPr>
          <a:xfrm>
            <a:off x="1966663" y="1654316"/>
            <a:ext cx="3975549" cy="172792"/>
          </a:xfrm>
          <a:prstGeom prst="rect">
            <a:avLst/>
          </a:prstGeom>
          <a:noFill/>
        </p:spPr>
        <p:txBody>
          <a:bodyPr wrap="square" rtlCol="1">
            <a:noAutofit/>
          </a:bodyPr>
          <a:lstStyle/>
          <a:p>
            <a:pPr defTabSz="786103"/>
            <a:r>
              <a:rPr lang="he-IL" sz="807" dirty="0">
                <a:solidFill>
                  <a:prstClr val="black"/>
                </a:solidFill>
                <a:latin typeface="Calibri" panose="020F0502020204030204"/>
                <a:cs typeface="Arial" panose="020B0604020202020204" pitchFamily="34" charset="0"/>
              </a:rPr>
              <a:t>Medical Dialogue Systems (MDSs) face a critical data scarcity challenge due to strict privacy regulations such as HIPAA. LLMs offer potential for synthetic dialogue generation, but hallucination risks require careful mitigation in medical contexts. This work focuses on light, common medical cases (cough, fever, headache, sore throat) typically encountered in primary care and telemedicine settings.</a:t>
            </a:r>
          </a:p>
        </p:txBody>
      </p:sp>
      <p:sp>
        <p:nvSpPr>
          <p:cNvPr id="50" name="TextBox 49">
            <a:extLst>
              <a:ext uri="{FF2B5EF4-FFF2-40B4-BE49-F238E27FC236}">
                <a16:creationId xmlns:a16="http://schemas.microsoft.com/office/drawing/2014/main" id="{1C84EBF0-E17A-45C0-91CF-2F6C547F7ACE}"/>
              </a:ext>
            </a:extLst>
          </p:cNvPr>
          <p:cNvSpPr txBox="1"/>
          <p:nvPr/>
        </p:nvSpPr>
        <p:spPr>
          <a:xfrm>
            <a:off x="1966663" y="4360317"/>
            <a:ext cx="3944880" cy="216534"/>
          </a:xfrm>
          <a:prstGeom prst="rect">
            <a:avLst/>
          </a:prstGeom>
          <a:noFill/>
        </p:spPr>
        <p:txBody>
          <a:bodyPr wrap="square" rtlCol="0">
            <a:spAutoFit/>
          </a:bodyPr>
          <a:lstStyle/>
          <a:p>
            <a:pPr defTabSz="786103"/>
            <a:r>
              <a:rPr lang="he-IL" sz="807" dirty="0">
                <a:solidFill>
                  <a:prstClr val="black"/>
                </a:solidFill>
                <a:latin typeface="Calibri" panose="020F0502020204030204"/>
                <a:cs typeface="Arial" panose="020B0604020202020204" pitchFamily="34" charset="0"/>
              </a:rPr>
              <a:t>MedDial implements a three-phase pipeline: Phase 1 - GTMF Generation: EHR retrieval from MIMIC-III with light-case filtering and LLM-based structured extraction. Phase 2 - Profile Derivation: Three information disclosure levels (FULL, NO_DIAGNOSIS, NO_DIAGNOSIS_NO_TREATMENT). Phase 3 - Dialogue Generation: Multi-agent simulation (PatientAgent + DoctorAgent) with GPT-4.1, validated by a DeepEval Judge Agent combining GEval naturalness (weight 0.4), profile compliance (0.3), and faithfulness (0.3). Iterative refinement via PromptImprovementAgent (up to 3 attempts). Bias-aware prompting applied across all agents to reduce hallucination.</a:t>
            </a:r>
          </a:p>
        </p:txBody>
      </p:sp>
      <p:sp>
        <p:nvSpPr>
          <p:cNvPr id="51" name="TextBox 20">
            <a:extLst>
              <a:ext uri="{FF2B5EF4-FFF2-40B4-BE49-F238E27FC236}">
                <a16:creationId xmlns:a16="http://schemas.microsoft.com/office/drawing/2014/main" id="{4EB9C99F-BB9B-4935-8FB9-6A1DAEFAB9CA}"/>
              </a:ext>
            </a:extLst>
          </p:cNvPr>
          <p:cNvSpPr txBox="1">
            <a:spLocks noChangeArrowheads="1"/>
          </p:cNvSpPr>
          <p:nvPr/>
        </p:nvSpPr>
        <p:spPr bwMode="auto">
          <a:xfrm>
            <a:off x="1966664" y="1449622"/>
            <a:ext cx="1008619" cy="172752"/>
          </a:xfrm>
          <a:prstGeom prst="rect">
            <a:avLst/>
          </a:prstGeom>
          <a:solidFill>
            <a:srgbClr val="12B26A"/>
          </a:solidFill>
          <a:ln>
            <a:noFill/>
          </a:ln>
        </p:spPr>
        <p:txBody>
          <a:bodyPr wrap="square" lIns="20839" tIns="10420" rIns="20839" bIns="10420">
            <a:spAutoFit/>
          </a:bodyPr>
          <a:lstStyle/>
          <a:p>
            <a:pPr defTabSz="786103"/>
            <a:r>
              <a:rPr lang="en-US" altLang="he-IL" sz="986" b="1" dirty="0">
                <a:solidFill>
                  <a:prstClr val="white"/>
                </a:solidFill>
                <a:latin typeface="Arial" panose="020B0604020202020204" pitchFamily="34" charset="0"/>
                <a:cs typeface="Arial" panose="020B0604020202020204" pitchFamily="34" charset="0"/>
              </a:rPr>
              <a:t>1.</a:t>
            </a:r>
            <a:r>
              <a:rPr lang="he-IL" altLang="he-IL" sz="986" b="1" dirty="0">
                <a:solidFill>
                  <a:prstClr val="white"/>
                </a:solidFill>
                <a:latin typeface="Arial" panose="020B0604020202020204" pitchFamily="34" charset="0"/>
                <a:cs typeface="Arial" panose="020B0604020202020204" pitchFamily="34" charset="0"/>
              </a:rPr>
              <a:t xml:space="preserve"> </a:t>
            </a:r>
            <a:r>
              <a:rPr lang="en-US" altLang="he-IL" sz="986" b="1" dirty="0">
                <a:solidFill>
                  <a:prstClr val="white"/>
                </a:solidFill>
                <a:latin typeface="Arial" panose="020B0604020202020204" pitchFamily="34" charset="0"/>
                <a:cs typeface="Arial" panose="020B0604020202020204" pitchFamily="34" charset="0"/>
              </a:rPr>
              <a:t xml:space="preserve"> Background</a:t>
            </a:r>
            <a:endParaRPr lang="he-IL" altLang="he-IL" sz="986" b="1" dirty="0">
              <a:solidFill>
                <a:prstClr val="white"/>
              </a:solidFill>
              <a:latin typeface="Arial" panose="020B0604020202020204" pitchFamily="34" charset="0"/>
              <a:cs typeface="Arial" panose="020B0604020202020204" pitchFamily="34" charset="0"/>
            </a:endParaRPr>
          </a:p>
        </p:txBody>
      </p:sp>
      <p:sp>
        <p:nvSpPr>
          <p:cNvPr id="52" name="TextBox 20">
            <a:extLst>
              <a:ext uri="{FF2B5EF4-FFF2-40B4-BE49-F238E27FC236}">
                <a16:creationId xmlns:a16="http://schemas.microsoft.com/office/drawing/2014/main" id="{63F4EE00-8DED-4E07-841A-E42E45DE8A22}"/>
              </a:ext>
            </a:extLst>
          </p:cNvPr>
          <p:cNvSpPr txBox="1">
            <a:spLocks noChangeArrowheads="1"/>
          </p:cNvSpPr>
          <p:nvPr/>
        </p:nvSpPr>
        <p:spPr bwMode="auto">
          <a:xfrm>
            <a:off x="1966663" y="2569770"/>
            <a:ext cx="788149" cy="172752"/>
          </a:xfrm>
          <a:prstGeom prst="rect">
            <a:avLst/>
          </a:prstGeom>
          <a:solidFill>
            <a:srgbClr val="12B26A"/>
          </a:solidFill>
          <a:ln>
            <a:noFill/>
          </a:ln>
        </p:spPr>
        <p:txBody>
          <a:bodyPr wrap="square" lIns="20839" tIns="10420" rIns="20839" bIns="10420">
            <a:spAutoFit/>
          </a:bodyPr>
          <a:lstStyle/>
          <a:p>
            <a:pPr defTabSz="786103"/>
            <a:r>
              <a:rPr lang="en-US" altLang="he-IL" sz="986" b="1" dirty="0">
                <a:solidFill>
                  <a:prstClr val="white"/>
                </a:solidFill>
                <a:latin typeface="Arial" panose="020B0604020202020204" pitchFamily="34" charset="0"/>
                <a:cs typeface="Arial" panose="020B0604020202020204" pitchFamily="34" charset="0"/>
              </a:rPr>
              <a:t>2. Objective</a:t>
            </a:r>
            <a:endParaRPr lang="he-IL" altLang="he-IL" sz="986" b="1" dirty="0">
              <a:solidFill>
                <a:prstClr val="white"/>
              </a:solidFill>
              <a:latin typeface="Arial" panose="020B0604020202020204" pitchFamily="34" charset="0"/>
              <a:cs typeface="Arial" panose="020B0604020202020204" pitchFamily="34" charset="0"/>
            </a:endParaRPr>
          </a:p>
        </p:txBody>
      </p:sp>
      <p:sp>
        <p:nvSpPr>
          <p:cNvPr id="53" name="TextBox 52">
            <a:extLst>
              <a:ext uri="{FF2B5EF4-FFF2-40B4-BE49-F238E27FC236}">
                <a16:creationId xmlns:a16="http://schemas.microsoft.com/office/drawing/2014/main" id="{4C622D8F-75B8-4D57-A97E-C992EDFBE0ED}"/>
              </a:ext>
            </a:extLst>
          </p:cNvPr>
          <p:cNvSpPr txBox="1">
            <a:spLocks noChangeArrowheads="1"/>
          </p:cNvSpPr>
          <p:nvPr/>
        </p:nvSpPr>
        <p:spPr bwMode="auto">
          <a:xfrm>
            <a:off x="1966663" y="4055724"/>
            <a:ext cx="792088" cy="172752"/>
          </a:xfrm>
          <a:prstGeom prst="rect">
            <a:avLst/>
          </a:prstGeom>
          <a:solidFill>
            <a:srgbClr val="12B26A"/>
          </a:solidFill>
          <a:ln>
            <a:noFill/>
          </a:ln>
        </p:spPr>
        <p:txBody>
          <a:bodyPr wrap="square" lIns="20839" tIns="10420" rIns="20839" bIns="10420">
            <a:spAutoFit/>
          </a:bodyPr>
          <a:lstStyle/>
          <a:p>
            <a:pPr defTabSz="786103"/>
            <a:r>
              <a:rPr lang="en-US" altLang="he-IL" sz="986" b="1" dirty="0">
                <a:solidFill>
                  <a:prstClr val="white"/>
                </a:solidFill>
                <a:latin typeface="Arial" panose="020B0604020202020204" pitchFamily="34" charset="0"/>
                <a:cs typeface="Arial" panose="020B0604020202020204" pitchFamily="34" charset="0"/>
              </a:rPr>
              <a:t>3. Methods</a:t>
            </a:r>
            <a:endParaRPr lang="he-IL" altLang="he-IL" sz="986" b="1" dirty="0">
              <a:solidFill>
                <a:prstClr val="white"/>
              </a:solidFill>
              <a:latin typeface="Arial" panose="020B0604020202020204" pitchFamily="34" charset="0"/>
              <a:cs typeface="Arial" panose="020B0604020202020204" pitchFamily="34" charset="0"/>
            </a:endParaRPr>
          </a:p>
        </p:txBody>
      </p:sp>
      <p:sp>
        <p:nvSpPr>
          <p:cNvPr id="54" name="TextBox 53">
            <a:extLst>
              <a:ext uri="{FF2B5EF4-FFF2-40B4-BE49-F238E27FC236}">
                <a16:creationId xmlns:a16="http://schemas.microsoft.com/office/drawing/2014/main" id="{44991587-8DDB-4737-86A9-ECA34CE987EB}"/>
              </a:ext>
            </a:extLst>
          </p:cNvPr>
          <p:cNvSpPr txBox="1"/>
          <p:nvPr/>
        </p:nvSpPr>
        <p:spPr>
          <a:xfrm>
            <a:off x="1966664" y="2769710"/>
            <a:ext cx="3968230" cy="216534"/>
          </a:xfrm>
          <a:prstGeom prst="rect">
            <a:avLst/>
          </a:prstGeom>
          <a:noFill/>
        </p:spPr>
        <p:txBody>
          <a:bodyPr wrap="square" rtlCol="0">
            <a:spAutoFit/>
          </a:bodyPr>
          <a:lstStyle/>
          <a:p>
            <a:pPr defTabSz="786103"/>
            <a:r>
              <a:rPr lang="he-IL" sz="807" dirty="0">
                <a:solidFill>
                  <a:prstClr val="black"/>
                </a:solidFill>
                <a:latin typeface="Calibri" panose="020F0502020204030204"/>
                <a:cs typeface="Arial" panose="020B0604020202020204" pitchFamily="34" charset="0"/>
              </a:rPr>
              <a:t>Can we generate believable patient-physician conversations for light, common medical cases that maintain both clinical accuracy and natural conversational dynamics? Believability is assessed through: Intrinsic evaluation - faithfulness metrics, GEval naturalness and profile compliance via LLM-as-judge. Extrinsic evaluation - claim-level faithfulness verification against source EHR data (GTMF).</a:t>
            </a:r>
          </a:p>
        </p:txBody>
      </p:sp>
    </p:spTree>
    <p:extLst>
      <p:ext uri="{BB962C8B-B14F-4D97-AF65-F5344CB8AC3E}">
        <p14:creationId xmlns:p14="http://schemas.microsoft.com/office/powerpoint/2010/main" val="171069782"/>
      </p:ext>
    </p:extLst>
  </p:cSld>
  <p:clrMapOvr>
    <a:masterClrMapping/>
  </p:clrMapOvr>
</p:sld>
</file>

<file path=ppt/theme/theme1.xml><?xml version="1.0" encoding="utf-8"?>
<a:theme xmlns:a="http://schemas.openxmlformats.org/drawingml/2006/main" name="ערכת נושא Office">
  <a:themeElements>
    <a:clrScheme name="ערכת נושא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ערכת נושא 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ערכת נושא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TotalTime>
  <Words>171</Words>
  <Application>Microsoft Office PowerPoint</Application>
  <PresentationFormat>Widescreen</PresentationFormat>
  <Paragraphs>17</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Calibri Light</vt:lpstr>
      <vt:lpstr>ערכת נושא Office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Shery Edelson Cohen</dc:creator>
  <cp:lastModifiedBy>Yehudit Aperstein</cp:lastModifiedBy>
  <cp:revision>6</cp:revision>
  <dcterms:created xsi:type="dcterms:W3CDTF">2023-03-15T11:04:36Z</dcterms:created>
  <dcterms:modified xsi:type="dcterms:W3CDTF">2023-03-15T11:14:32Z</dcterms:modified>
</cp:coreProperties>
</file>